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364" r:id="rId3"/>
    <p:sldId id="357" r:id="rId4"/>
    <p:sldId id="368" r:id="rId5"/>
    <p:sldId id="365" r:id="rId6"/>
    <p:sldId id="366" r:id="rId7"/>
    <p:sldId id="367" r:id="rId8"/>
    <p:sldId id="369" r:id="rId9"/>
    <p:sldId id="370" r:id="rId10"/>
    <p:sldId id="371" r:id="rId11"/>
    <p:sldId id="372" r:id="rId12"/>
    <p:sldId id="395" r:id="rId13"/>
    <p:sldId id="396" r:id="rId14"/>
    <p:sldId id="397" r:id="rId15"/>
    <p:sldId id="373" r:id="rId16"/>
    <p:sldId id="374" r:id="rId17"/>
    <p:sldId id="375" r:id="rId18"/>
    <p:sldId id="376" r:id="rId19"/>
    <p:sldId id="377" r:id="rId20"/>
    <p:sldId id="378" r:id="rId21"/>
    <p:sldId id="379" r:id="rId22"/>
    <p:sldId id="380" r:id="rId23"/>
    <p:sldId id="398" r:id="rId24"/>
    <p:sldId id="399" r:id="rId25"/>
    <p:sldId id="401" r:id="rId26"/>
    <p:sldId id="402" r:id="rId27"/>
    <p:sldId id="403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F110BC-A59E-42FC-BA47-4E059AC471AB}" v="2" dt="2024-10-03T21:36:53.5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8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co Tomasi" userId="293fa2a8-2856-4f08-95b9-1131a7af5421" providerId="ADAL" clId="{932BC998-A1FB-461A-98DC-D8C148E66B1D}"/>
    <pc:docChg chg="modSld">
      <pc:chgData name="Maico Tomasi" userId="293fa2a8-2856-4f08-95b9-1131a7af5421" providerId="ADAL" clId="{932BC998-A1FB-461A-98DC-D8C148E66B1D}" dt="2024-09-25T23:41:59.406" v="2"/>
      <pc:docMkLst>
        <pc:docMk/>
      </pc:docMkLst>
      <pc:sldChg chg="modAnim">
        <pc:chgData name="Maico Tomasi" userId="293fa2a8-2856-4f08-95b9-1131a7af5421" providerId="ADAL" clId="{932BC998-A1FB-461A-98DC-D8C148E66B1D}" dt="2024-09-25T23:41:59.406" v="2"/>
        <pc:sldMkLst>
          <pc:docMk/>
          <pc:sldMk cId="3585451298" sldId="378"/>
        </pc:sldMkLst>
      </pc:sldChg>
    </pc:docChg>
  </pc:docChgLst>
  <pc:docChgLst>
    <pc:chgData name="Maico Tomasi" userId="293fa2a8-2856-4f08-95b9-1131a7af5421" providerId="ADAL" clId="{75F110BC-A59E-42FC-BA47-4E059AC471AB}"/>
    <pc:docChg chg="modSld">
      <pc:chgData name="Maico Tomasi" userId="293fa2a8-2856-4f08-95b9-1131a7af5421" providerId="ADAL" clId="{75F110BC-A59E-42FC-BA47-4E059AC471AB}" dt="2024-10-03T21:36:53.530" v="1" actId="20577"/>
      <pc:docMkLst>
        <pc:docMk/>
      </pc:docMkLst>
      <pc:sldChg chg="modSp">
        <pc:chgData name="Maico Tomasi" userId="293fa2a8-2856-4f08-95b9-1131a7af5421" providerId="ADAL" clId="{75F110BC-A59E-42FC-BA47-4E059AC471AB}" dt="2024-10-03T21:36:53.530" v="1" actId="20577"/>
        <pc:sldMkLst>
          <pc:docMk/>
          <pc:sldMk cId="4067437340" sldId="403"/>
        </pc:sldMkLst>
        <pc:spChg chg="mod">
          <ac:chgData name="Maico Tomasi" userId="293fa2a8-2856-4f08-95b9-1131a7af5421" providerId="ADAL" clId="{75F110BC-A59E-42FC-BA47-4E059AC471AB}" dt="2024-10-03T21:36:53.530" v="1" actId="20577"/>
          <ac:spMkLst>
            <pc:docMk/>
            <pc:sldMk cId="4067437340" sldId="40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4DEAD0-EDFF-49F3-8235-40A408B68E28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8A437-20F4-4152-9460-450BDED46B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735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91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7876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77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6817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3992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565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44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7687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027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646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9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12DA1-4D32-4EC9-811A-89883B6B1E7E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7769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900516" y="1122363"/>
            <a:ext cx="9144000" cy="2387600"/>
          </a:xfrm>
        </p:spPr>
        <p:txBody>
          <a:bodyPr/>
          <a:lstStyle/>
          <a:p>
            <a:r>
              <a:rPr lang="pt-BR" b="1" dirty="0">
                <a:latin typeface="Century Gothic" panose="020B0502020202020204" pitchFamily="34" charset="0"/>
              </a:rPr>
              <a:t>Teoria Geral de Sistemas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>
                <a:latin typeface="Century Gothic" panose="020B0502020202020204" pitchFamily="34" charset="0"/>
              </a:rPr>
              <a:t>Maico</a:t>
            </a:r>
            <a:r>
              <a:rPr lang="pt-BR" dirty="0">
                <a:latin typeface="Century Gothic" panose="020B0502020202020204" pitchFamily="34" charset="0"/>
              </a:rPr>
              <a:t> Tomasi</a:t>
            </a:r>
          </a:p>
        </p:txBody>
      </p:sp>
    </p:spTree>
    <p:extLst>
      <p:ext uri="{BB962C8B-B14F-4D97-AF65-F5344CB8AC3E}">
        <p14:creationId xmlns:p14="http://schemas.microsoft.com/office/powerpoint/2010/main" val="791920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900516" y="1122363"/>
            <a:ext cx="9438044" cy="2387600"/>
          </a:xfrm>
        </p:spPr>
        <p:txBody>
          <a:bodyPr/>
          <a:lstStyle/>
          <a:p>
            <a:r>
              <a:rPr lang="pt-BR" b="1" dirty="0">
                <a:latin typeface="Century Gothic" panose="020B0502020202020204" pitchFamily="34" charset="0"/>
              </a:rPr>
              <a:t>Modelagem de Sistemas</a:t>
            </a:r>
          </a:p>
        </p:txBody>
      </p:sp>
    </p:spTree>
    <p:extLst>
      <p:ext uri="{BB962C8B-B14F-4D97-AF65-F5344CB8AC3E}">
        <p14:creationId xmlns:p14="http://schemas.microsoft.com/office/powerpoint/2010/main" val="2727593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Modelagem de Sistemas</a:t>
            </a:r>
          </a:p>
        </p:txBody>
      </p:sp>
      <p:sp>
        <p:nvSpPr>
          <p:cNvPr id="73735" name="Text Box 7"/>
          <p:cNvSpPr txBox="1">
            <a:spLocks noChangeArrowheads="1"/>
          </p:cNvSpPr>
          <p:nvPr/>
        </p:nvSpPr>
        <p:spPr bwMode="auto">
          <a:xfrm>
            <a:off x="9659938" y="6491288"/>
            <a:ext cx="10080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dirty="0"/>
              <a:t>Parte 7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111164B-862B-4ED7-8456-3476082B6BE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10866" y="1761581"/>
            <a:ext cx="8668628" cy="2325187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457200" algn="l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sz="3000" dirty="0">
                <a:latin typeface="+mn-lt"/>
                <a:ea typeface="+mn-ea"/>
                <a:cs typeface="+mn-cs"/>
              </a:rPr>
              <a:t>Modelo: Um modelo é a abstração de alguma coisa, cujo propósito é permitir que se conheça essa coisa antes de construí-la e são Essenciais para tomadas de decisão.</a:t>
            </a:r>
          </a:p>
        </p:txBody>
      </p:sp>
    </p:spTree>
    <p:extLst>
      <p:ext uri="{BB962C8B-B14F-4D97-AF65-F5344CB8AC3E}">
        <p14:creationId xmlns:p14="http://schemas.microsoft.com/office/powerpoint/2010/main" val="4251552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Modelagem de Sistemas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708732" y="1571478"/>
            <a:ext cx="1000865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A abstração é uma das capacidades do ser humano que permite interpretarmos problemas complexos. Através da abstração de diversas visões de um sistema, é possível construir modelos com precisão permitindo validarmos a análise antes de desenvolvermos um software.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O objetivo da abstração é isolar os aspectos importantes para algum propósito dos que não forem importantes.</a:t>
            </a:r>
          </a:p>
        </p:txBody>
      </p:sp>
    </p:spTree>
    <p:extLst>
      <p:ext uri="{BB962C8B-B14F-4D97-AF65-F5344CB8AC3E}">
        <p14:creationId xmlns:p14="http://schemas.microsoft.com/office/powerpoint/2010/main" val="901657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Modelagem de Sistemas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168842" y="1428355"/>
            <a:ext cx="10182781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dirty="0"/>
              <a:t>Em qualquer tomada de decisão devem ser observados</a:t>
            </a:r>
            <a:r>
              <a:rPr lang="pt-BR" sz="2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Quais são as questões fundamentais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Quais as alternativas a serem investigadas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Onde está o foco da atenção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É preciso entendermos: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Quais as situações podem ser modeladas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Qual a disponibilidade de dados para análise do modelo e para obter recomendações em tempo hábil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O que fazer para montarmos o modelo de tomada de decisão</a:t>
            </a:r>
          </a:p>
        </p:txBody>
      </p:sp>
    </p:spTree>
    <p:extLst>
      <p:ext uri="{BB962C8B-B14F-4D97-AF65-F5344CB8AC3E}">
        <p14:creationId xmlns:p14="http://schemas.microsoft.com/office/powerpoint/2010/main" val="2899979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Modelagem de Sistemas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708732" y="1571478"/>
            <a:ext cx="10008651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dirty="0"/>
              <a:t>Etapas na construção de modelos: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Estudar e caracterizar a situação de decisão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Formular e selecionar uma representação da situação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Construir e analisar o modelo simbólico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Quantificar e subsidiar o modelo com dados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Validar e testar modelo × realidade</a:t>
            </a:r>
          </a:p>
        </p:txBody>
      </p:sp>
    </p:spTree>
    <p:extLst>
      <p:ext uri="{BB962C8B-B14F-4D97-AF65-F5344CB8AC3E}">
        <p14:creationId xmlns:p14="http://schemas.microsoft.com/office/powerpoint/2010/main" val="918115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Modelagem de Sistemas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708732" y="1571478"/>
            <a:ext cx="100086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A Modelagem de Dados é a criação de um modelo físico que explique a lógica por traz do sistema,  explicando características de funcionamento e comportamento de um software.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Serve como base para a criação de um Banco de Dados.</a:t>
            </a:r>
          </a:p>
        </p:txBody>
      </p:sp>
    </p:spTree>
    <p:extLst>
      <p:ext uri="{BB962C8B-B14F-4D97-AF65-F5344CB8AC3E}">
        <p14:creationId xmlns:p14="http://schemas.microsoft.com/office/powerpoint/2010/main" val="2163982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Modelagem de Sistemas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708732" y="1571478"/>
            <a:ext cx="100086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Ferramentas/Padrão de Modelagem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Análise de Requisitos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2800" dirty="0"/>
              <a:t>Entrevista, Questionário, Observação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UML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Modelo de Entidade e Relacionamento</a:t>
            </a:r>
          </a:p>
        </p:txBody>
      </p:sp>
    </p:spTree>
    <p:extLst>
      <p:ext uri="{BB962C8B-B14F-4D97-AF65-F5344CB8AC3E}">
        <p14:creationId xmlns:p14="http://schemas.microsoft.com/office/powerpoint/2010/main" val="4191476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Modelagem de Sistemas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708732" y="1571478"/>
            <a:ext cx="1000865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Análise de Requisitos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É o primeiro passo para a modelagem. Trata do que deve ser construído no software e não como o mesmo será implementado.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Serve como base para o contrato entre desenvolvedor e comprador.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É o processo de aquisição, refinamento e verificação das necessidades do sistema.</a:t>
            </a:r>
          </a:p>
        </p:txBody>
      </p:sp>
    </p:spTree>
    <p:extLst>
      <p:ext uri="{BB962C8B-B14F-4D97-AF65-F5344CB8AC3E}">
        <p14:creationId xmlns:p14="http://schemas.microsoft.com/office/powerpoint/2010/main" val="1117129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4513" y="600891"/>
            <a:ext cx="6454006" cy="518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446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Modelagem de Sistemas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708732" y="3452529"/>
            <a:ext cx="10008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Ou de forma mais detalhada...</a:t>
            </a:r>
          </a:p>
        </p:txBody>
      </p:sp>
    </p:spTree>
    <p:extLst>
      <p:ext uri="{BB962C8B-B14F-4D97-AF65-F5344CB8AC3E}">
        <p14:creationId xmlns:p14="http://schemas.microsoft.com/office/powerpoint/2010/main" val="30795445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230953" y="-135637"/>
            <a:ext cx="100359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b="1" dirty="0">
                <a:latin typeface="Century Gothic" panose="020B0502020202020204" pitchFamily="34" charset="0"/>
              </a:rPr>
              <a:t>Para Pensar...</a:t>
            </a:r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 err="1"/>
              <a:t>Maico</a:t>
            </a:r>
            <a:r>
              <a:rPr lang="pt-BR" sz="1400" b="1" dirty="0"/>
              <a:t> Tomasi</a:t>
            </a:r>
          </a:p>
        </p:txBody>
      </p:sp>
      <p:pic>
        <p:nvPicPr>
          <p:cNvPr id="1032" name="Picture 8" descr="https://3.bp.blogspot.com/-aHGUtL4Q1rU/UayZcIBH3VI/AAAAAAAABBM/D5qfT0Xi4AI/s640/analis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255" y="840929"/>
            <a:ext cx="7597310" cy="5697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2628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Modelagem de Sistemas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708732" y="1571478"/>
            <a:ext cx="1000865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Definição de Requisitos: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Obter os requisitos do sistema como um todo estabelecendo um conjunto de objetivos gerais que o sistema deve cumprir;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Utilizados pelos: usuários finais de sistemas, desenvolvedores de software e arquitetos de sistemas.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Divide-se em Requisitos Funcionais e Não Funcionais.</a:t>
            </a:r>
          </a:p>
        </p:txBody>
      </p:sp>
    </p:spTree>
    <p:extLst>
      <p:ext uri="{BB962C8B-B14F-4D97-AF65-F5344CB8AC3E}">
        <p14:creationId xmlns:p14="http://schemas.microsoft.com/office/powerpoint/2010/main" val="2910238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Modelagem de Sistemas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708732" y="1571478"/>
            <a:ext cx="1000865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Requisitos Funcionais: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São declarações de funções de como o sistema deve reagir a entradas específicas e como deve comportar em determinadas situações. É uma interação entre o sistema e o seu ambiente. Algumas vezes, os requisitos funcionais podem também explicitamente declarar o que o sistema não deve fazer. A especificação deve ser completa e consistente.</a:t>
            </a:r>
          </a:p>
        </p:txBody>
      </p:sp>
    </p:spTree>
    <p:extLst>
      <p:ext uri="{BB962C8B-B14F-4D97-AF65-F5344CB8AC3E}">
        <p14:creationId xmlns:p14="http://schemas.microsoft.com/office/powerpoint/2010/main" val="1002908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Modelagem de Sistemas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708732" y="1571478"/>
            <a:ext cx="1000865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Requisitos Funcionais - Exemplos: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O sistema deve permitir a inclusão, alteração e remoção de clientes com os seguintes atributos: nome, endereço, </a:t>
            </a:r>
            <a:r>
              <a:rPr lang="pt-BR" sz="2800" dirty="0" err="1"/>
              <a:t>etc</a:t>
            </a:r>
            <a:r>
              <a:rPr lang="pt-BR" sz="28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O sistema fornecerá telas apropriadas para o usuário ler documentos.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 Cada produto tem um único identificador.</a:t>
            </a:r>
          </a:p>
        </p:txBody>
      </p:sp>
    </p:spTree>
    <p:extLst>
      <p:ext uri="{BB962C8B-B14F-4D97-AF65-F5344CB8AC3E}">
        <p14:creationId xmlns:p14="http://schemas.microsoft.com/office/powerpoint/2010/main" val="3145685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Modelagem de Sistemas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524002" y="1284096"/>
            <a:ext cx="1049382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Requisitos Não Funcionais: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Organizacionais: refere-se a políticas e procedimentos nas organizações do cliente e do desenvolvedor.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2800" dirty="0"/>
              <a:t>De entrega, de implementação, padrões de processo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Externos: refere-se a fatores externos ao sistema e ao seu processo de desenvolvimento.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2800" dirty="0"/>
              <a:t>Interoperabilidade (interação do sistema com outros), éticos, legais (privacidade e de segurança)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De produto: especificam o comportamento do produto.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2800" dirty="0"/>
              <a:t>Eficiência (desempenho, espaço, rapidez, memória), confiabilidade, portabilidade.</a:t>
            </a:r>
          </a:p>
        </p:txBody>
      </p:sp>
    </p:spTree>
    <p:extLst>
      <p:ext uri="{BB962C8B-B14F-4D97-AF65-F5344CB8AC3E}">
        <p14:creationId xmlns:p14="http://schemas.microsoft.com/office/powerpoint/2010/main" val="3976128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Modelagem de Sistemas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708732" y="1571478"/>
            <a:ext cx="100086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Requisitos Não Funcionais - Exemplos: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Organizacional: o processo de desenvolvimento de sistema e os documentos a serem entregues deverão estar de acordo com o processo e os produtos a serem entregues definidos.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Externo: o sistema não deverá revelar aos operadores nenhuma informação pessoal sobre os clientes.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De produto: toda comunicação necessária entre o ambiente X e o usuário deve ser expressa no conjunto padrão de caracteres ANSI.</a:t>
            </a:r>
          </a:p>
        </p:txBody>
      </p:sp>
    </p:spTree>
    <p:extLst>
      <p:ext uri="{BB962C8B-B14F-4D97-AF65-F5344CB8AC3E}">
        <p14:creationId xmlns:p14="http://schemas.microsoft.com/office/powerpoint/2010/main" val="4007725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Modelagem de Sistemas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708732" y="1571478"/>
            <a:ext cx="100086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Como realizar a análise de requisitos: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Entrevista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Questionário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Observação Direta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Brainstorming</a:t>
            </a:r>
          </a:p>
        </p:txBody>
      </p:sp>
    </p:spTree>
    <p:extLst>
      <p:ext uri="{BB962C8B-B14F-4D97-AF65-F5344CB8AC3E}">
        <p14:creationId xmlns:p14="http://schemas.microsoft.com/office/powerpoint/2010/main" val="346513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Modelagem de Sistemas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708732" y="1571478"/>
            <a:ext cx="1000865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Entrevista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Usado quando poucas pessoas conhecem as informações necessárias para o desenvolvimento do sistema.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Precisa ser preparada antecipadamente.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Ter perguntas objetivas.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Evitar constrangimento dos participantes.</a:t>
            </a:r>
          </a:p>
        </p:txBody>
      </p:sp>
    </p:spTree>
    <p:extLst>
      <p:ext uri="{BB962C8B-B14F-4D97-AF65-F5344CB8AC3E}">
        <p14:creationId xmlns:p14="http://schemas.microsoft.com/office/powerpoint/2010/main" val="14460713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Modelagem de Sistemas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708732" y="1571478"/>
            <a:ext cx="100086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Entrevista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Antes: planejar, identificar a posição e responsabilidade do entrevistado, marcar horário, escolher local adequado.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Durante: apresente-se informando a finalidade da entrevista, explique as anotações que fizer, não demore mais do que 2 horas, agradeça a contribuição.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Depois: documente os pontos relevantes; envie a documentação ao entrevistado (aprovação final), envie os resultados para os usuários e seus gerentes.</a:t>
            </a:r>
          </a:p>
        </p:txBody>
      </p:sp>
    </p:spTree>
    <p:extLst>
      <p:ext uri="{BB962C8B-B14F-4D97-AF65-F5344CB8AC3E}">
        <p14:creationId xmlns:p14="http://schemas.microsoft.com/office/powerpoint/2010/main" val="35854512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Modelagem de Sistemas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708732" y="1571478"/>
            <a:ext cx="1000865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Questionário: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Usado quando muitas pessoas conhecem as informações necessárias para o desenvolvimento do sistema.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Preparar antecipadamente com questões objetivas.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Desvantagem: comunicação restrita com o usuário e não há troca de informação face a face. A preparação exige tempo.</a:t>
            </a:r>
          </a:p>
        </p:txBody>
      </p:sp>
    </p:spTree>
    <p:extLst>
      <p:ext uri="{BB962C8B-B14F-4D97-AF65-F5344CB8AC3E}">
        <p14:creationId xmlns:p14="http://schemas.microsoft.com/office/powerpoint/2010/main" val="14055394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Modelagem de Sistemas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708732" y="1571478"/>
            <a:ext cx="1000865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Questionário: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Preparação: identificar o tipo de informação que deseja obter. Enviar comunicado acompanhando o questionário enfatizando a sua importância.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Identificar quem responderá: nome, função e localização.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Distribuir com instruções detalhadas de como preencher e o prazo de devolução.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Analisar e consolidar as informações recebidas, documentar as principais descobertas e enviá-las juntamente com cópia do relatório para todos os respondentes.</a:t>
            </a:r>
          </a:p>
        </p:txBody>
      </p:sp>
    </p:spTree>
    <p:extLst>
      <p:ext uri="{BB962C8B-B14F-4D97-AF65-F5344CB8AC3E}">
        <p14:creationId xmlns:p14="http://schemas.microsoft.com/office/powerpoint/2010/main" val="2782209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Modelagem de Sistemas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14C472E2-220E-623A-FC30-AE6007A63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693005"/>
              </p:ext>
            </p:extLst>
          </p:nvPr>
        </p:nvGraphicFramePr>
        <p:xfrm>
          <a:off x="2216728" y="2582491"/>
          <a:ext cx="8128000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731748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REQUISITOS FUNCIONAIS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00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RF 01 – Fazer login.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53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Descrição: O sistema precisa permitir que o usuário previamente cadastrado possa informar login e senha de usuário. Em seguida, o sistema deve validar as informações, se estiverem corretas, deve conceder o acesso às demais funcionalidades, caso contrário, informar ao usuário que o acesso foi negado.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844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6724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Modelagem de Sistemas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14C472E2-220E-623A-FC30-AE6007A63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250987"/>
              </p:ext>
            </p:extLst>
          </p:nvPr>
        </p:nvGraphicFramePr>
        <p:xfrm>
          <a:off x="2216728" y="2582491"/>
          <a:ext cx="8128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731748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REQUISITOS NÃO FUNCIONAIS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00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RNF 01 – Inserção de dados.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53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Descrição: Os dados informados pelo usuário no sistema precisam ser criptografados antes de serem armazenados.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844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56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Exercício - APS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006082" y="1266678"/>
            <a:ext cx="9711302" cy="3480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Em grupo com 3 integrantes, faça:</a:t>
            </a:r>
          </a:p>
          <a:p>
            <a:pPr marL="914400" lvl="1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altLang="pt-BR" sz="2400" dirty="0"/>
              <a:t>Escolher uma empresa em que algum integrante trabalha (caso não trabalhar, podemos escolher uma solução disponível no mercado para ser analisada e melhorada) - (apresentar)</a:t>
            </a:r>
          </a:p>
          <a:p>
            <a:pPr marL="914400" lvl="1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altLang="pt-BR" sz="2400" dirty="0"/>
              <a:t>Escolher uma área do sistema da empresa (comercial, produção, financeiro...) - (apresentar)</a:t>
            </a:r>
          </a:p>
          <a:p>
            <a:pPr marL="914400" lvl="1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pt-BR" altLang="pt-BR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1596089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Exercício - APS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847460" y="1266678"/>
            <a:ext cx="9869923" cy="3325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Em grupo com 3 integrantes, faça: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altLang="pt-BR" sz="2400" dirty="0"/>
              <a:t>Análise de requisitos da área escolhida citando requisitos funcionais e requisitos não funcionais (3 RF e 3 RNF), explique qual a técnica utilizada para a identificação dos requisitos. (apresentar)</a:t>
            </a:r>
          </a:p>
          <a:p>
            <a:pPr marL="914400" lvl="1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altLang="pt-BR" sz="2400" dirty="0"/>
              <a:t>Descrever procedimentos da área (apresentar)</a:t>
            </a:r>
          </a:p>
          <a:p>
            <a:pPr marL="914400" lvl="1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altLang="pt-BR" sz="2400" dirty="0"/>
              <a:t>Sugerir uma melhoria para a área (justifique) - (apresentar)</a:t>
            </a:r>
          </a:p>
          <a:p>
            <a:pPr marL="914400" lvl="1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pt-BR" altLang="pt-BR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28243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 dirty="0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524001" y="260350"/>
            <a:ext cx="8893175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Exercício - APS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847460" y="1266678"/>
            <a:ext cx="9869923" cy="3059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Em grupo com 3 integrantes, faça:</a:t>
            </a:r>
          </a:p>
          <a:p>
            <a:pPr marL="914400" lvl="1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altLang="pt-BR" sz="2400" dirty="0"/>
              <a:t>Fazer a modelagem do procedimento sugerido como melhoria</a:t>
            </a:r>
          </a:p>
          <a:p>
            <a:pPr marL="1371600" lvl="2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altLang="pt-BR" sz="2400" dirty="0"/>
              <a:t>Desenho das telas (apresentar)</a:t>
            </a:r>
          </a:p>
          <a:p>
            <a:pPr marL="1371600" lvl="2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Faça o dicionário de dados (apenas arquivo)</a:t>
            </a:r>
          </a:p>
          <a:p>
            <a:pPr marL="1371600" lvl="2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Faça o MER e apresente (apresentar)</a:t>
            </a:r>
          </a:p>
          <a:p>
            <a:pPr marL="914400" lvl="1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Apresentar em grupo no </a:t>
            </a:r>
            <a:r>
              <a:rPr lang="pt-BR" sz="2400"/>
              <a:t>dia 31/10</a:t>
            </a:r>
            <a:endParaRPr lang="pt-BR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067437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3" grpId="0"/>
    </p:bld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1759</TotalTime>
  <Words>1187</Words>
  <Application>Microsoft Office PowerPoint</Application>
  <PresentationFormat>Widescreen</PresentationFormat>
  <Paragraphs>123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Century Gothic</vt:lpstr>
      <vt:lpstr>Tema do Office</vt:lpstr>
      <vt:lpstr>Teoria Geral de Sistemas</vt:lpstr>
      <vt:lpstr>Modelagem de Sistemas</vt:lpstr>
      <vt:lpstr>Modelo: Um modelo é a abstração de alguma coisa, cujo propósito é permitir que se conheça essa coisa antes de construí-la e são Essenciais para tomadas de decisão.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Para Pensar...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Regina Allpine Rosa</dc:creator>
  <cp:lastModifiedBy>Maico Tomasi</cp:lastModifiedBy>
  <cp:revision>89</cp:revision>
  <dcterms:created xsi:type="dcterms:W3CDTF">2017-02-02T12:41:08Z</dcterms:created>
  <dcterms:modified xsi:type="dcterms:W3CDTF">2024-10-03T21:36:53Z</dcterms:modified>
</cp:coreProperties>
</file>